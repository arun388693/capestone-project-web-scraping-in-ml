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2" r:id="rId13"/>
    <p:sldId id="269" r:id="rId14"/>
    <p:sldId id="270" r:id="rId15"/>
    <p:sldId id="266" r:id="rId16"/>
    <p:sldId id="267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43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12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9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979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0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7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1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7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4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17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392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274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26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23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07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80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64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B83371-4A24-4A92-8DAE-352054B7F25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B16B7F-9391-430C-B015-5F372E745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06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7B11-7E17-FCE9-4724-D5B44B3BF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628" y="0"/>
            <a:ext cx="8574622" cy="2616199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959E9-FADF-EE89-B258-32B9AE1AF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ARUNKUMAR 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DA/DS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05FDA-FC09-8C41-3624-C67058D0258C}"/>
              </a:ext>
            </a:extLst>
          </p:cNvPr>
          <p:cNvSpPr txBox="1"/>
          <p:nvPr/>
        </p:nvSpPr>
        <p:spPr>
          <a:xfrm>
            <a:off x="3780692" y="2798401"/>
            <a:ext cx="75816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9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9D8D-EFCE-DB2E-427C-E97D3B9F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PROJECT OVERVIEW</a:t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BCF9-8502-38F3-409E-B75DC8098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collecting and analyzing product data from an e-commerce website using web scraping techniques.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is processed, stored in a database, and analyzed to extract meaningful business insights.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visualized using dashboards to support data-driven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58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B77F-6EC1-6CD7-D9A4-DEF02B44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PROBLEM STATEMENT</a:t>
            </a:r>
            <a:br>
              <a:rPr lang="en-US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FA3B7-3C1A-FD6D-A2D7-8D4EBC2F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generate large volumes of product and customer review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analyzing this data is time-consuming and inefficient.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collect, store, analyze, and visualize product information effectively.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1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A913-3113-7AD0-25D8-24DB1FE3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55406"/>
            <a:ext cx="9601197" cy="1430594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DM Sans Bold"/>
              </a:rPr>
            </a:b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DM Sans Bold"/>
              </a:rPr>
              <a:t>DATA COLLECTION BY WEB SCRAPING</a:t>
            </a:r>
            <a:b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DM Sans Bold"/>
              </a:rPr>
            </a:b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CA92-D260-D05E-07B0-D9DB92098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used to automatically collect product data from e-commerce websites using Python automation tools. This method helps in gathering large amounts of data quickly and accurately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website using Selenium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 product pages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product details (Name, Price, Rating, Reviews)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32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1A4B-9DBF-5D8A-5795-D325145D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BA2BD11-2A47-CCAE-F759-0BFBC68FD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5007" y="2537778"/>
            <a:ext cx="93111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– Web scraping and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– Automated web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cleaning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–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– Data visualization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107995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6C0D-0E5B-7E0B-338E-7224EAAF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90383"/>
            <a:ext cx="10018713" cy="175259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</a:br>
            <a:r>
              <a:rPr lang="en-US" b="1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 CLEANING</a:t>
            </a:r>
            <a:br>
              <a:rPr lang="en-US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BB1644-CEB2-E6B9-81F0-51364A81D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9641" y="3608486"/>
            <a:ext cx="2595832" cy="2038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C72D57-E4CB-C3FE-AC9C-E119265E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61" y="2042982"/>
            <a:ext cx="3207392" cy="120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5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8316-B59E-83F0-F276-CEFFD167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80" y="545123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man Old Style" panose="02050604050505020204" pitchFamily="18" charset="0"/>
                <a:ea typeface="DM Sans Bold"/>
                <a:cs typeface="DM Sans Bold"/>
                <a:sym typeface="DM Sans Bold"/>
              </a:rPr>
              <a:t>EXPLORATORY DATA ANALYSIS(EDA)</a:t>
            </a:r>
            <a:br>
              <a:rPr lang="en-US" b="1" dirty="0">
                <a:latin typeface="DM Sans Bold"/>
                <a:ea typeface="DM Sans Bold"/>
                <a:cs typeface="DM Sans Bold"/>
                <a:sym typeface="DM Sans 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2D7E-2CCA-A094-63F8-099DF7E0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is used to understand the structure, patterns, and trends in the cleaned dataset before advanced analysis and visualization.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Performed: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 of price, rating, and reviews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of product prices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Rating-wise and category-wise comparison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price and customer ratings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outliers and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42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8D81-6147-CF6E-9916-0E50CCD6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413238"/>
            <a:ext cx="10018713" cy="175259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PRICE DISTRIBUTION</a:t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8D4D6-AC4F-3715-B051-DD6B2E637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20EBB-C169-C893-3E86-57C3B182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34" y="1929199"/>
            <a:ext cx="6542132" cy="44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9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844E-D80A-AA50-E2B5-2A8AE651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1"/>
            <a:ext cx="10018713" cy="8763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CORRELATION HEATMAP</a:t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52104-54C0-4F5F-62E3-67A3302A6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B0309-96CA-1B45-F29F-4CC01D447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04" y="1453166"/>
            <a:ext cx="7033870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86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DFCD-C0DB-410A-362F-F35A7045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7923"/>
            <a:ext cx="10018713" cy="175259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METHOD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7EA43-5E5E-FA60-301D-B0BBFCB6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1708638"/>
            <a:ext cx="10018713" cy="31242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Method Used: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cleaned data into MySQL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tables for product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records using Python database connectors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and 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1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18FA-5978-1B6E-9092-1EA1E1CE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525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UNSUPERVISED LEARNING (Clustering)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6852-287D-09C5-FEE1-BE7B8266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095499"/>
            <a:ext cx="10018713" cy="31242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a type of machine learning where the model learns patterns from data without labeled outputs. It helps in discovering hidden structures, relationships, and groupings in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= Machine learning without labeled output.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tries to find patterns, groups, or structure in data by itself.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2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670FD-36E6-BBDB-CEE1-61FB120DF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223" y="942899"/>
            <a:ext cx="6308425" cy="507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9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89E8-064A-7927-71FC-3C559C28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1088E-A647-9CEB-5A8E-C32D0DF3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880" y="452026"/>
            <a:ext cx="6612312" cy="59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9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CF364-FB3E-E750-95CA-E63EA99D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0BB7-1AD3-50B5-E13F-D508C0378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79700"/>
          </a:xfrm>
        </p:spPr>
        <p:txBody>
          <a:bodyPr>
            <a:noAutofit/>
          </a:bodyPr>
          <a:lstStyle/>
          <a:p>
            <a:pPr marL="0" indent="0" algn="just">
              <a:lnSpc>
                <a:spcPts val="5683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Multiple classification models were implemented to predict product categories or label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Models Use</a:t>
            </a:r>
          </a:p>
          <a:p>
            <a:pPr marL="1057905" lvl="1" indent="-528952"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Logistic Regression</a:t>
            </a:r>
          </a:p>
          <a:p>
            <a:pPr marL="1057905" lvl="1" indent="-528952"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Support Vector Machine (SVM)</a:t>
            </a:r>
          </a:p>
          <a:p>
            <a:pPr marL="1057905" lvl="1" indent="-528952"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k-Nearest Neighbors (k-NN)</a:t>
            </a:r>
          </a:p>
          <a:p>
            <a:pPr marL="1057905" lvl="1" indent="-528952"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Random Forest</a:t>
            </a:r>
          </a:p>
          <a:p>
            <a:pPr marL="1057905" lvl="1" indent="-528952" algn="just"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XGBoost</a:t>
            </a:r>
            <a:endParaRPr lang="en-US" sz="1600" dirty="0"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5452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2B6F-CE7C-EA04-587F-1D5A229D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57372"/>
            <a:ext cx="10018713" cy="729762"/>
          </a:xfrm>
        </p:spPr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298D5E-0F4B-DC8C-5A9A-DCF44E122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298303"/>
            <a:ext cx="989370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products generally receive more customer reviews, indicating higher customer trust and popularity.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priced products tend to have the highest number of reviews, showing strong customer demand in this price segment.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high-priced products have fewer reviews, suggesting niche or premium market targeting.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categories show wide price variation, indicating diverse product options within the same category.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consistent ratings above 4.0 tend to perform better in customer engagement.</a:t>
            </a:r>
          </a:p>
        </p:txBody>
      </p:sp>
    </p:spTree>
    <p:extLst>
      <p:ext uri="{BB962C8B-B14F-4D97-AF65-F5344CB8AC3E}">
        <p14:creationId xmlns:p14="http://schemas.microsoft.com/office/powerpoint/2010/main" val="99780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697C-ADC5-1DC2-8115-31976939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65" y="0"/>
            <a:ext cx="10018713" cy="1274233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64F766-0864-CBAF-8529-F5EBB990F6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7065" y="1815809"/>
            <a:ext cx="937997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stocking and promoting mid-range priced products, as they attract more customers.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 high-rated products in marketing campaigns to increase sales conversion.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low-rated products by analyzing customer review feedback.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competitive pricing strategy based on category price trends.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review insights to improve product quality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505630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C2ED-4A7C-1175-100A-A6927D57F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69" y="1239392"/>
            <a:ext cx="8574622" cy="2616199"/>
          </a:xfrm>
        </p:spPr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THANK YOU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3C242B-C3A7-C0D0-8AEE-B1C9542FA0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9468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89</TotalTime>
  <Words>546</Words>
  <Application>Microsoft Office PowerPoint</Application>
  <PresentationFormat>Widescreen</PresentationFormat>
  <Paragraphs>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Corbel</vt:lpstr>
      <vt:lpstr>DM Sans Bold</vt:lpstr>
      <vt:lpstr>Times New Roman</vt:lpstr>
      <vt:lpstr>Parallax</vt:lpstr>
      <vt:lpstr>WEB SCRAPING  IN </vt:lpstr>
      <vt:lpstr> PROJECT OVERVIEW </vt:lpstr>
      <vt:lpstr> PROBLEM STATEMENT </vt:lpstr>
      <vt:lpstr> DATA COLLECTION BY WEB SCRAPING </vt:lpstr>
      <vt:lpstr>TOOLS USED</vt:lpstr>
      <vt:lpstr> DATA CLEANING </vt:lpstr>
      <vt:lpstr>EXPLORATORY DATA ANALYSIS(EDA) </vt:lpstr>
      <vt:lpstr> PRICE DISTRIBUTION </vt:lpstr>
      <vt:lpstr> CORRELATION HEATMAP </vt:lpstr>
      <vt:lpstr>STORAGE METHOD USED</vt:lpstr>
      <vt:lpstr>UNSUPERVISED LEARNING (Clustering)</vt:lpstr>
      <vt:lpstr>PowerPoint Presentation</vt:lpstr>
      <vt:lpstr>PowerPoint Presentation</vt:lpstr>
      <vt:lpstr>SUPERVISED LEARNING</vt:lpstr>
      <vt:lpstr>INSIGHTS</vt:lpstr>
      <vt:lpstr>  RECOMMENDATIONS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Kalvin Jayaprakash J</dc:creator>
  <cp:lastModifiedBy>Arunkumar A</cp:lastModifiedBy>
  <cp:revision>3</cp:revision>
  <dcterms:created xsi:type="dcterms:W3CDTF">2026-01-29T14:10:16Z</dcterms:created>
  <dcterms:modified xsi:type="dcterms:W3CDTF">2026-01-30T06:45:56Z</dcterms:modified>
</cp:coreProperties>
</file>